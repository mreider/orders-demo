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 along in your own tenant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3-minute setup if you want to run the demos live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axes, often conflated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generation: Classic Dynatrace vs Latest Dynatrace (the app experience)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Detection model: SDv1 vs SDv2 (how spans become service entities)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Orthogonal in principle, coupled in practice: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 for OneAgent ships only on Latest Dynatrace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575304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see SDv2 on your own workload you need both: a Latest tenant *and* SDv2 opted in for the namespace.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you'll need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Dynatrace SaaS tenant you can log into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Kubernetes workload under monitoring (or orders-demo deployed to any cluster)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dtctl installed: brew install dynatrace-oss/tap/dtctl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token with four scopes: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document:documents:write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document:environment-shares:read</a:t>
            </a:r>
            <a:endParaRPr lang="en-US" sz="2000" dirty="0"/>
          </a:p>
          <a:p>
            <a:pPr lvl="1" marL="685800" indent="-342900">
              <a:lnSpc>
                <a:spcPct val="120000"/>
              </a:lnSpc>
              <a:buSzPct val="100000"/>
              <a:buChar char="◦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document:environment-shares:write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the demo notebook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097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auth login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dtctl apply -f presentation/sdv2-demo.yaml \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--share-environment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269748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notebook: preamble + tenant-health check + 10 DQL questions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YAML carries the UUID, so re-applies update in place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Notebooks app, filter by SDv2 demo, run the preamble check, then questions 1-10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workload, one service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many `dt.service.name` values does one Kubernetes workload produce?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setup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app, two namespaces, one cluster, one OneAgent.</a:t>
            </a:r>
            <a:endParaRPr lang="en-US" sz="2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2263140"/>
                <a:gridCol w="59664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Namespace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 (default, K8s-aware)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 (opted in per namespace)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419856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Identical pods, identical traffic. Any difference is a detection-model difference.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two models produce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Kubernetes workload →</a:t>
            </a:r>
            <a:endParaRPr lang="en-US" sz="2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30552"/>
          <a:ext cx="8229600" cy="914400"/>
        </p:xfrm>
        <a:graphic>
          <a:graphicData uri="http://schemas.openxmlformats.org/drawingml/2006/table">
            <a:tbl>
              <a:tblPr/>
              <a:tblGrid>
                <a:gridCol w="1027304"/>
                <a:gridCol w="5639007"/>
                <a:gridCol w="156328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Detection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names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Distinct entities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SDv1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4: orders-demo - OrderController, orders-demo - InventoryController, OrderEventsListener,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 separate dt.entity.service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SDv2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1: orders-sdv2 -- 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 UNIFIED entity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0233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 creates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separate service entities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for each controller class and the Kafka listener — four services for one workload, one pod, one process.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core shift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 multiplies entities for things that don't really exist as separate workloads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SDv2: one entity; metric families and dimensions measure different aspects of its health on the same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Per-class detail doesn't disappear — moves onto endpoint.name, messaging.destination.name (next section)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the fragmentation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SDv1 fragment has its own health, baselines, and alerts — four services to monitor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Queries filtered by dt.service.name or by dt.entity.service see each fragment as a separate identity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Dashboards, SLOs, and alerting rules inherit the split — maintained four times for one workload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`service.name` knob works on both models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OTEL_SERVICE_NAME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on the container. The 2026-Q1 detection-layer fix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prefixes every SDv1 fragment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the chosen name:</a:t>
            </a:r>
            <a:endParaRPr lang="en-US" sz="2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52344"/>
          <a:ext cx="8229600" cy="914400"/>
        </p:xfrm>
        <a:graphic>
          <a:graphicData uri="http://schemas.openxmlformats.org/drawingml/2006/table">
            <a:tbl>
              <a:tblPr/>
              <a:tblGrid>
                <a:gridCol w="1571946"/>
                <a:gridCol w="1571946"/>
                <a:gridCol w="5085708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Workload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OTEL_SERVICE_NAME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dt.service.name values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unset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 - OrderController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orders-demo-named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orders-api (orders-demo - OrderController) + 2 siblings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45152"/>
            <a:ext cx="8229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service.name is now a first-class metric dimension: filter service.name == "orders-api" works, no lookup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Under SDv2 the same env var replaces the default &lt;namespace&gt; -- &lt;workload&gt; name outright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 caveat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Prefix lands in metrics and spans today — DQL, alerts, dashboards all see it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entity.name in the Services app does not yet carry the prefix — list UI update is pending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Classic's entity fragmentation also still there; service.name fixes *naming and queryability*, not entity consolidation (that's what SDv2 does)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1-4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distinct dt.service.name per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serviceType: WEB_REQUEST_SERVICE vs UNIFIED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 orders-demo and orders-demo-named — same fragmentation, prefixed on the named side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 throughput by dt.service.name — SDv1 many lines, SDv2 one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Dimensions do the slicing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per-endpoint, per-queue, per-database detail you used to navigate by clicking between entities lives on dimensions now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metric families per service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959429"/>
                <a:gridCol w="2024743"/>
                <a:gridCol w="4245429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Family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Counts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Key 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dt.service.request.*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HTTP / gRPC / RMI entry points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endpoint.name, http.route, http.response.status_code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Kafka / SQS / Pub/Sub consume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messaging.system, messaging.operation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dt.service.faas_invoke.*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Serverless function invocations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faas.trigger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941064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UI's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column is the coalesced sum across all three.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legacy overlap to know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Kafka consume activity double-counts today — shows up in both request.* AND messaging.process.*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OrderEventsListener: dt.service.request.count reads ~240/min with endpoint.name = NON_KEY_REQUESTS (Classic artifact)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Predates dedicated messaging families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Goes away in a future SDv2-for-OneAgent release — request.* becomes HTTP-only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sum families in alerts until this lands.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 tabs — caller today, real entity tomorrow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37360"/>
          <a:ext cx="8229600" cy="914400"/>
        </p:xfrm>
        <a:graphic>
          <a:graphicData uri="http://schemas.openxmlformats.org/drawingml/2006/table">
            <a:tbl>
              <a:tblPr/>
              <a:tblGrid>
                <a:gridCol w="1481328"/>
                <a:gridCol w="3127248"/>
                <a:gridCol w="3621024"/>
              </a:tblGrid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Metric family (target)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Dimensions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 Queries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dt.service.database.*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db.system, db.operation.name, server.address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Message Processing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dt.service.messaging.process.*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messaging.destination.name, messaging.system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Outbound Calls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dt.service.thirdparty.* + client spans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host, endpoint, 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215384"/>
            <a:ext cx="822960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SDv1: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measures the client-side call and labels it "the database." Latency is the round-trip from the caller — not what's happening inside Postgres.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view vs. client view — already possible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don't have to wait for SDv2-for-OneAgent's topology linking to </a:t>
            </a:r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source-vs-client split. Stand up a standard Prometheus exporter or use a OneAgent built-in sensor, and the "real entity" view exists alongside the client-span view right now.</a:t>
            </a:r>
            <a:endParaRPr lang="en-US" sz="2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47288"/>
          <a:ext cx="8229600" cy="914400"/>
        </p:xfrm>
        <a:graphic>
          <a:graphicData uri="http://schemas.openxmlformats.org/drawingml/2006/table">
            <a:tbl>
              <a:tblPr/>
              <a:tblGrid>
                <a:gridCol w="1016337"/>
                <a:gridCol w="3632211"/>
                <a:gridCol w="3581053"/>
              </a:tblGrid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Target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Source-view path today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 metrics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postgres-exporter + com.dynatrace.extension.otel-postgres Hub extension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postgres.xact_commit, postgres.deadlocks, postgres.blks_hit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Kafka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OneAgent built-in Kafka sensor (auto-detects Apache Kafka JVM)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kafka.consumer_group.lag, kafka.request.time.99p, kafka.purgatory.size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`endpoint.name` and the `GET /*` reality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endpoint.name derives from http.route on server spans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http.route isn't set → fallback to &lt;METHOD&gt;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Spring MVC + OneAgent + orders-demo today → every endpoint is GET /*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Throughput and latency are still right. The labels are wrong.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29184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today: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Settings → Service detection → URL path pattern matching (SDv1 and SDv2).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4306824"/>
            <a:ext cx="822960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coming.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Derives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by truncating at the first volatile segment (IDs, hashes, UUIDs). Classic-first rollout; SDv2 opt-in then default.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DQL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22402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Classic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fetch dt.entity.service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filter entity.name == "orders-sdv2 -- orders-demo"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lookup [timeseries count = sum(dt.service.request.count), by: {dt.entity.service}],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sourceField: id, lookupField: dt.entity.service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Latest shape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timeseries count = sum(dt.service.request.count),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filter: dt.service.name == "orders-sdv2 -- orders-demo"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82296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answer. Fewer lines, fewer scanned records, stable across entity re-detection.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coming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Automatic URL normalization — closes the GET /* gap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Pipeline-side naming in OpenPipeline — admin writes a rule, dt.service.name set on every span centrally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SERVICE_DEPLOYMENT — per-env entity orthogonal to SERVICE; staging vs prod without splitting identity (maps to Datadog's service+env+version)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Fields as metric dimensions — k8s.cluster.name, tags become first-class on service metrics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 app rewire to timeseries-first — list + detail pages go query-led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dt.service.database.* linked to real DB entities — future SDv2-for-OneAgent release; span data is already shaped correctly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→ broker entity — same idea, further out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 do today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service.name on workloads you own — OTEL_SERVICE_NAME and OTEL_RESOURCE_ATTRIBUTES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Write DQL metric-first — skip the entity table unless you need ownership or tags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invest new effort in Services Classic naming rules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Don't double down on splitting rules for per-env views — use dimensions now, SERVICE_DEPLOYMENT for the rest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names durable enough to survive the SDv2 move and the pipeline-naming move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 it live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SDv2 demo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sdv2-demo.yaml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) — Questions 5 through 9c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30552"/>
            <a:ext cx="822960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families side-by-side on the SDv2 workload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legacy request.*/messaging double-count on OrderEventsListener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Split requests by endpoint.name — see the GET /* fallback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Messaging + DB as dimensions on the caller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Q9b — Postgres: client-side JDBC view vs. source-side postgres.* metrics from the extension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Q9c — Kafka: client-side messaging.process.* vs. source-side kafka.* metrics from OneAgent's built-in sensor</a:t>
            </a:r>
            <a:endParaRPr lang="en-US" sz="20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Metric-first vs entity-first — same question, two shapes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sdv2-presentation.4KDV14J5UI</dc:title>
  <dc:subject>PptxGenJS Presentation</dc:subject>
  <dc:creator>Dynatrace</dc:creator>
  <cp:lastModifiedBy>Dynatrace</cp:lastModifiedBy>
  <cp:revision>1</cp:revision>
  <dcterms:created xsi:type="dcterms:W3CDTF">2026-04-18T21:44:20Z</dcterms:created>
  <dcterms:modified xsi:type="dcterms:W3CDTF">2026-04-18T21:44:20Z</dcterms:modified>
</cp:coreProperties>
</file>