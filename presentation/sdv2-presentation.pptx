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 along in your own tenant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3-minute setup if you want to run the demos live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axes, often conflated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generation: Classic Dynatrace vs Latest Dynatrace (the app experience)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 model: SDv1 vs SDv2 (how spans become service entities)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Orthogonal in principle, coupled in practice: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 for OneAgent ships only on Latest Dynatrace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75304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see SDv2 on your own workload you need both: a Latest tenant *and* SDv2 opted in for the namespace.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you'll need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Dynatrace SaaS tenant you can log into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Kubernetes workload under monitoring (or orders-demo deployed to any cluster)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dtctl installed: brew install dynatrace-oss/tap/dtctl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token with four scopes: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document:documents:read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document:documents:write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document:environment-shares:read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document:environment-shares:write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the demo notebooks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3258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dtctl auth login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f in presentation/*.yaml; 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dtctl apply -f "$f" --write-id --share-environment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--write-id stamps the notebook ID back so future applies update in place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--share-environment makes the notebook visible tenant-wide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Notebooks app, filter by SDv2 demo, run the first notebook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workload, one service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many `dt.service.name` values does one Kubernetes workload produce?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Kubernetes workload should produce one service name. That's true under SDv2. Under SDv1, the same workload fragments into many names.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SDv2: one dt.service.name per workload, backed by a UNIFIED entity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SDv1: 4-7 dt.service.name values per workload, all backed by one WEB_REQUEST_SERVICE entity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spans, same traffic. Only the name layer differs.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SDv1 fragmentation comes from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Spring Boot app with two REST controllers plus a Kafka consumer emits names like: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&lt;workload&gt; (aggregate)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&lt;workload&gt; - OrderController (per controller class)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&lt;workload&gt; - InventoryController (per controller class)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OrderEventsListener (the Kafka consumer)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4306824"/>
            <a:ext cx="82296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pointing at one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dt.entity.service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The entity graph consolidated long ago. The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layer did not.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fragmentation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Queries filtered by dt.service.name see each fragment as a separate identity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and alerts scoped to a name end up per-class, not per-workload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 and SLOs inherit the split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82296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 pushes per-class granularity onto first-class dimensions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messaging.destination.name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so the name layer stays one-per-workload.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the Services app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by your workload's name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SDv2: one row, serviceType = UNIFIED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SDv1: multiple rows like orders-demo - OrderController, even though they share one underlying entity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fragmented row has its own health, baselines, and alerts. That's the cost the SDv2 collapse removes.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One workload, one 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01-one-workload-one-service.yaml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transport families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service's activity lives in one of three metric families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service's activity is counted under exactly one of three families. Knowing which one tells you where to look and which dimensions to split on.</a:t>
            </a:r>
            <a:endParaRPr lang="en-US" sz="2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78024"/>
          <a:ext cx="8229600" cy="914400"/>
        </p:xfrm>
        <a:graphic>
          <a:graphicData uri="http://schemas.openxmlformats.org/drawingml/2006/table">
            <a:tbl>
              <a:tblPr/>
              <a:tblGrid>
                <a:gridCol w="3477296"/>
                <a:gridCol w="475230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Family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dt.service.request.*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HTTP/gRPC/RMI entry points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dt.service.messaging.process.*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Message consumption (Kafka, SQS, Pub/Sub)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dt.service.faas_invoke.*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Serverless function invocations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151376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service that handles both HTTP and Kafka has activity in two families.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dimensions per family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Requests: endpoint.name, http.route, http.response.status_code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Messaging: messaging.destination.name, messaging.system, messaging.operation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FaaS: faas.trigger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82296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client calls and outbound HTTP do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get their own family. They attach to the caller and surface as Downstream tabs on the calling service.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Transactions column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Services app's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column is the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coalesced sum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across all three families.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Pure HTTP service: only request.* has counts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Kafka-consuming REST service: request.* + messaging.process.*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Lambda behind API Gateway: faas_invoke.* + request.*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941064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number on the list. Three families underneath.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the Services app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 tab shows Transactions, the coalesced total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Processing tab appears only when messaging data exists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Functions tab appears only when FaaS data exists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Split-by charts Transactions by endpoint.name, messaging.destination.name, or faas.trigger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Three transport families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02-three-transport-families.yaml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Dimensions, not entities, split the view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Per-controller views without per-controller names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slicing you used to do across separate service identities now happens on one service, at query time, across metric dimensions.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SDv1, "which endpoint is slowest?" meant switching to a different dt.service.name fragment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SDv2, it means splitting one service by endpoint.name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name per workload. Granularity lives on first-class dimensions.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note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K8s-aware SDv1 already backs each workload with a single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WEB_REQUEST_SERVICE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*entity*. Entity-graph fragmentation was retired before SDv2.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SDv2 specifically adds: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145536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Collapses the per-class dt.service.name fragmentation SDv1 still produces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Pushes that granularity onto endpoint and messaging dimensions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Dimensions you'll use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endpoint.name: the UI's endpoint concept, from http.route when set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http.route, http.request.method, http.response.status_code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227832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895344"/>
            <a:ext cx="8229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messaging.destination.name: per queue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messaging.operation: publish vs process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the Services app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service detail: split-by selector for endpoint.name, messaging.destination.name, http.response.status_code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service list: separate entity rows per controller class. You switch by clicking, not by picking a dimension.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answer, shorter DQL on the Latest side (no lookup step needed).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Dimensions, not entities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03-dimensions-not-entities.yaml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vs SDv2, side by side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app, two namespaces, two detection models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orders-demo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runs in two namespaces on the same cluster, same OneAgent. Identical pods. Any difference is a detection-model difference.</a:t>
            </a:r>
            <a:endParaRPr lang="en-US" sz="2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78024"/>
          <a:ext cx="8229600" cy="914400"/>
        </p:xfrm>
        <a:graphic>
          <a:graphicData uri="http://schemas.openxmlformats.org/drawingml/2006/table">
            <a:tbl>
              <a:tblPr/>
              <a:tblGrid>
                <a:gridCol w="2263140"/>
                <a:gridCol w="59664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Namespace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orders-sdv1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SDv1 (default, K8s-aware)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orders-sdv2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SDv2 (opted in per namespace)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767328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REST controllers, a Kafka consumer, a PostgreSQL JDBC client. Activity is identical on both sides. Only the modelling on top differs.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structural differences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dt.service.name fragmentation count: ~7 (SDv1) vs 1 (SDv2)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Underlying entity type: WEB_REQUEST_SERVICE vs UNIFIED (both 1-per-workload)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shape: group-by-name or lookup (SDv1) vs direct filter (SDv2)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models are 1-entity-per-workload. Only the names above differ.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note: the fake DATABASE_SERVICE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82296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Coming from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Dynatrace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(pre-Latest)? You may remember separate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MESSAGING_SERVICE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EXTERNAL_SERVICE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entities for each downstream.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099816"/>
            <a:ext cx="8229600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Latest Dynatrace tenants those entities are gone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already adopted the caller-side dimensional model: database identity lives on the JDBC client span as db.system, db.namespace, server.address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 inherits that and collapses the per-controller dt.service.name fragmentation on top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shape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side, group by `dt.service.name` to see every fragment: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reqs = sum(dt.service.request.count),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by: {dt.service.name},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matchesValue(k8s.namespace.name, "orders-sdv1")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AND matchesValue(k8s.workload.name, "orders-demo")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 side, filter to the one name: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032504"/>
            <a:ext cx="8229600" cy="6400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reqs = sum(dt.service.request.count),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matchesValue(dt.service.name, "orders-sdv2 -- orders-demo")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the Services app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by k8s.namespace.name = orders-sdv1: multiple rows (orders-demo - OrderController, OrderEventsListener, orders-demo), all pointing at the same WEB_REQUEST_SERVICE entity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by k8s.namespace.name = orders-sdv2: one row, serviceType = UNIFIED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UNIFIED row: Message Processing and DB Queries are tabs on the single service, not separate Services list rows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SDv1 vs SDv2, side by side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04-sdv1-vs-sdv2.yaml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names come from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service name traces back to a single span attribute.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names are not arbitrary. They are the output of a deterministic fallback chain on span resource attributes.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the chain and ugly names stop being mysterious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3 steps are controllable; step 4 is what you see when nothing else fires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runs the same chain, then fragments the result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fallback chain (SDv2)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First-match-wins on span resource attributes: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service.name (OpenTelemetry). Used directly if present.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k8s.workload.name. Used when service.name is absent.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Cloud-native fallbacks. faas.name for Lambda, task family for ECS.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detection residue. Process-group fingerprinting (ports, paths, class names).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4325112"/>
            <a:ext cx="82296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OneAgent auto-injects K8s attributes. OTel instrumentation sets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if you configure it.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does the same, then fragments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applies the same chain, then the detection layer slices the result into per-class fragments: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&lt;detected&gt; - OrderController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&lt;detected&gt; - InventoryController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OrderEventsListener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941064"/>
            <a:ext cx="82296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Spring Boot workload, seven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values. That is SDv1 on a Grail tenant.</a:t>
            </a:r>
            <a:endParaRPr lang="en-US" sz="2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the Services app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Where names come from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05-where-names-come-from.yaml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 the row name to the span attributes: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98064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Matches service.name: OTel won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Matches K8s workload: K8s fallback fired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Composite &lt;your-name&gt; (&lt;detected&gt;): Classic prefix fix is active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Ugly detected string: fell all the way to SDv1 residue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Metric-first queries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entity table. Shorter, cheaper, more stable DQL.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SDv2,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are first-class metric dimensions.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them on the metric directly.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Shorter queries. No fetch dt.entity.service on the critical path.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 scanned records. Often an order of magnitude less.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 identity. Dimension values ride through entity re-detection.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Entity-joined vs. metric-first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Entity-joined (five lines):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13258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cnt = sum(dt.service.request.count),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by: {dt.entity.service, endpoint.name}, from: now()-30m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lookup [fetch dt.entity.service | fields id, entity.name],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sourceField: dt.entity.service, lookupField: id, prefix: "svc."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filter svc.entity.name == "&lt;YOUR_SERVICE_NAME&gt;"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593592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Metric-first (two lines, same result):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261104"/>
            <a:ext cx="8229600" cy="493776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cnt = sum(dt.service.request.count), by: {endpoint.name},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matchesValue(dt.service.name, "&lt;YOUR_SERVICE_NAME&gt;")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the Services app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Metric-first queries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06-metric-first-queries.yaml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side-by-side comparisons: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98064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 endpoints of a service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response time per endpoint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rate by HTTP status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total across three families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626864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Scanned records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 time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the cell metadata. Cheaper queries mean cheaper dashboards. Classic caveat: SDv1 services may not have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populated; the service.name workaround fixes that.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service.name workaround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SDv1-detected services today, without waiting for a release.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OTEL_SERVICE_NAME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your Classic workload's container. Three problems go away today, one is pending.</a:t>
            </a:r>
            <a:endParaRPr lang="en-US" sz="2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78024"/>
          <a:ext cx="8229600" cy="914400"/>
        </p:xfrm>
        <a:graphic>
          <a:graphicData uri="http://schemas.openxmlformats.org/drawingml/2006/table">
            <a:tbl>
              <a:tblPr/>
              <a:tblGrid>
                <a:gridCol w="6008914"/>
                <a:gridCol w="2220686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Benefit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Today?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service.name queryable as a metric dimension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Prefixed dt.service.name (&lt;name&gt; (&lt;detected&gt;))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 (2026-Q1 fix)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service.name on traces and span analysis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Clean display name in the Services app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Pending UI update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5354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old naming-rules overlay is deprecated. This is the replacement.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does NOT do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Classic's entity fragmentation does not go away.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still get 4 entities per Spring Boot workload under SDv1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workaround fixes naming and queryability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 not collapse entities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93592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one-entity-per-workload, you need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(SDv2)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the namespace.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set it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OTel-native or OTel Java agent: OTEL_SERVICE_NAME=&lt;name&gt;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 attributes: OTEL_RESOURCE_ATTRIBUTES=service.name=&lt;name&gt;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OneAgent: respects OTel env vars on container-injected auto-instrumentation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Code-level: configure the OTel SDK Resource (overrides env vars)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prefix in action: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959352"/>
            <a:ext cx="82296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Baseline: dt.service.name = orders-demo - OrderController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Named: dt.service.name = orders-api (orders-demo - OrderController)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the Services app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The service.name workaround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07-service-name-workaround.yaml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Classic workloads, identical except one env var: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98064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orders-demo (no OTEL_SERVICE_NAME) vs orders-demo-named (OTEL_SERVICE_NAME=orders-api)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 any tile by service.name: named has a value, unnamed is empty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counts: still 4 on both. Fragmentation did not collapse.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4626864"/>
            <a:ext cx="8229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recommendation: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pick a business name, set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OTEL_SERVICE_NAME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redeploy, write DQL against the new dimension. The dimension appears within minutes. The prefixed display name ships with a pending UI update.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endpoint is baselined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requests are gone. Stop configuring them.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endpoint gets what key requests used to get, by default.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Individual baselines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Individual latency percentiles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Individual failure rates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configuration, no NON_KEY_REQUESTS bucket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dimensions that define an endpoint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http.route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messaging.destination.name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are the same dimensions the baselining system reads from. One dimensional model, one set of baselines, no split.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825496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existing Classic key-request configs carry forward: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493008"/>
            <a:ext cx="8229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 key requests become named endpoints.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else becomes auto-named instead of rolling up.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keep what you configured and gain the rest.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the Services app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detail,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section: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row per endpoint with throughput, latency, and failure-rate columns.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row backed by a live baseline.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 by throughput ascending to surface the long tail: admin paths, health probes, rare routes.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959352"/>
            <a:ext cx="822960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service that had a handful of Classic key requests now shows dozens of endpoints. That's visibility you didn't have before, not noise.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http.route is missing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**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/*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isn't a bug. It's a missing attribute.**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/*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the fallback name when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http.route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isn't set on server spans.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Nginx, Kong, Apache, IIS, WebSphere Liberty don't emit it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80% of enterprise HTTP workloads are affected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it, endpoint detection has nothing to use as a name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fixes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 pattern matching (Settings, Service detection, URL path pattern matching). Works on SDv1 and SDv2. Per-service config.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naming rules (Classic-only). Deprecated, still functional.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are manual. You define the pattern, Dynatrace applies it.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URL normalization is coming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http.route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missing, Dynatrace derives a stable route by truncating paths at the first volatile segment.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heuristic rules per path segment: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145536"/>
            <a:ext cx="82296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one digit, truncate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 code, truncate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Mixed-case token (base64url), truncate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All-uppercase segment, truncate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Examples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92438"/>
                <a:gridCol w="403716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URL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Endpoint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/api/orders/12345/items/abc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/api/orders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/users/5f2b9a3c/profile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/users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/v1/payments/validate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/v1/payments/validate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36392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existing URL-pattern rules, metric extractions, and naming rules keep working unchanged.</a:t>
            </a:r>
            <a:endParaRPr lang="en-US" sz="2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 priority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*As of May 1, 2026.*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services first. More customers hit GET /* there, and Classic lacks SDv2's dimensional fallbacks. Feature flag, per-tenant.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 services: opt-in checkbox in endpoints config, default after field validation.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rules keep working unchanged.</a:t>
            </a:r>
            <a:endParaRPr lang="en-US" sz="2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the Services app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 section: GET /* rows identify affected endpoints immediately.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Settings, Service detection, URL path pattern matching: add a rule, wait 2-3 minutes, reload.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normalization is on: inspect server span attributes. The marker tells you framework vs heuristic origin.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When http.route is missing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09-when-http-route-missing.yaml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  <a:endParaRPr lang="en-US" sz="2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Downstreams are tabs, not entities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DB, queue, and third-party calls live on the caller.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point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Downstream dependencies are tabs on the calling service, not separate entities.</a:t>
            </a:r>
            <a:endParaRPr lang="en-US" sz="20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78024"/>
          <a:ext cx="8229600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3127248"/>
                <a:gridCol w="3621024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Metric family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Queries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dt.service.database.query.*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db.system.name, db.operation, db.sql.table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Message Processing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dt.service.messaging.process.*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messaging.destination.name, messaging.system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Outbound Calls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dt.service.thirdparty.* + client spans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host, endpoint, status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an SDv2-only feature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tabs work on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SDv1 and SDv2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tenants alike.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detection models already route downstreams through the caller.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tabs are a Latest Services app feature, not an SDv2 feature.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data was already there; the UI curates it into tabs.</a:t>
            </a:r>
            <a:endParaRPr lang="en-US" sz="2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note for Classic refugees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Coming from Classic Dynatrace (pre-Latest)? You may remember: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separate DATABASE_SERVICE entity per database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MESSAGING_SERVICE per Kafka listener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EXTERNAL_SERVICE rows for third-party hosts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93592"/>
            <a:ext cx="82296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modern Latest tenants those entities are gone. SDv1 already moved to the caller-side dimensional model. Tabs replace entity-per-downstream without losing drill-down.</a:t>
            </a:r>
            <a:endParaRPr lang="en-US" sz="2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the Services app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 detail page, tab strip: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 Queries: rows by (database-system, operation).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 Processing: rows by (destination, system, operation).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Outbound Calls: rows by external host.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93592"/>
            <a:ext cx="822960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tab is a facet of the calling service. Recognized third parties get richer drill-down. No separate DATABASE, MESSAGING, or EXTERNAL rows in the Services list.</a:t>
            </a:r>
            <a:endParaRPr lang="en-US" sz="2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coming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Direction is firm. Timing is not.</a:t>
            </a:r>
            <a:endParaRPr lang="en-US" sz="2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Pipeline-side naming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fix is per-workload. Touching thousands of workloads is slow.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direction: naming moves into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OpenPipeline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145536"/>
            <a:ext cx="822960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admin writes a processing rule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Rule sets dt.service.name on incoming spans before entity extraction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central-control UX as Classic naming rules, composable with other pipeline processing</a:t>
            </a:r>
            <a:endParaRPr lang="en-US" sz="2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SERVICE_DEPLOYMENT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planned entity type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orthogonal to SERVICE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carrying deployment context.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478024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k8s.namespace.name, k8s.cluster.name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deployment.environment, service.version, release stage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SERVICE has many SERVICE_DEPLOYMENTs, linked by dt.service.id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941064"/>
            <a:ext cx="82296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gives you: env-aware baselines, release tracking, and Primary Tags at the right level — without splitting the upstream SERVICE identity.</a:t>
            </a:r>
            <a:endParaRPr lang="en-US" sz="2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mapping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129553"/>
                <a:gridCol w="710004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Datadog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Dynatrace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dt.service.name / service.name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env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deployment.environment on SERVICE_DEPLOYMENT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service.version on SERVICE_DEPLOYMENT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36392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Customers coming from Datadog will find this familiar.</a:t>
            </a:r>
            <a:endParaRPr lang="en-US" sz="2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in motion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app rewire to timeseries-first + filters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Fields as metric dimensions — k8s.namespace.name, cluster, tags queryable without lookup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URL normalization (covered earlier) rolls out broadly</a:t>
            </a:r>
            <a:endParaRPr lang="en-US" sz="2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do today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service.name fix for Classic services you own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invest in Services Classic naming rules — being retired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double down on splitting rules — use dimensional slicing, expect SERVICE_DEPLOYMENT for cases it can't cover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names that survive both the SDv2 move and the pipeline-naming move</a:t>
            </a:r>
            <a:endParaRPr lang="en-US" sz="2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That's the deck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Questions? Try the demos. See the repo.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sdv2-presentation.C2u7mAGnwV</dc:title>
  <dc:subject>PptxGenJS Presentation</dc:subject>
  <dc:creator>Dynatrace</dc:creator>
  <cp:lastModifiedBy>Dynatrace</cp:lastModifiedBy>
  <cp:revision>1</cp:revision>
  <dcterms:created xsi:type="dcterms:W3CDTF">2026-04-18T14:58:51Z</dcterms:created>
  <dcterms:modified xsi:type="dcterms:W3CDTF">2026-04-18T14:58:51Z</dcterms:modified>
</cp:coreProperties>
</file>