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2.2 — Metric-first queries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Skip the entity table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question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 *What's my slowest endpoint right now?*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DQL shapes answer it. Both return the same numbers.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is five lines, reads from the entity graph, and joins it in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is two lines and filters on a metric dimension directly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claim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dt.service.name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service.name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are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first-class metric dimensions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Latest.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and by them directly on the metric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fetch dt.entity.service needed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 table is still available for entity metadata (ownership, tags) — just not on the critical path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prefer metric-first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Shorter queries — easier to read and share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Fewer scanned records — often an order of magnitude less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Stable identity — dimension values ride through entity re-detection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Entity-joined DQL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78308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timeseries cnt = sum(dt.service.request.count),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by: {dt.entity.service, endpoint.name},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from: now()-30m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lookup [fetch dt.entity.service | fields id, entity.name],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sourceField: dt.entity.service, lookupField: id, prefix: "svc."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filter svc.entity.name == "&lt;YOUR_SERVICE_NAME&gt;"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fields endpoint.name, cnt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Metric-first DQL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timeseries cnt = sum(dt.service.request.count),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by: {endpoint.name},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filter: matchesValue(dt.service.name, "&lt;YOUR_SERVICE_NAME&gt;"),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from: now()-30m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result. One filter, no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lab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comparisons, each answered two ways: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endpoints of a service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response time for one endpoint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 rate by HTTP status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Workload total across three families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Dynatrace UI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changes in the Services app — it already runs the right queries internally.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this matters: DQL you write yourself in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Notebooks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Dashboards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999232"/>
            <a:ext cx="82296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Scanned records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time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the cell metadata panel. Cheaper queries mean cheaper dashboards.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it breaks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Classic-detected services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may not have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dt.service.name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populated consistently.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your workload is Classic and you haven't set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service.name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metric-first queries by name will miss it.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9992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2.3 fixes that.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Module 2.3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service.name workaround.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module-2-2-metric-first-queries.slides</dc:title>
  <dc:subject>PptxGenJS Presentation</dc:subject>
  <dc:creator>Dynatrace</dc:creator>
  <cp:lastModifiedBy>Dynatrace</cp:lastModifiedBy>
  <cp:revision>1</cp:revision>
  <dcterms:created xsi:type="dcterms:W3CDTF">2026-04-18T11:54:21Z</dcterms:created>
  <dcterms:modified xsi:type="dcterms:W3CDTF">2026-04-18T11:54:21Z</dcterms:modified>
</cp:coreProperties>
</file>