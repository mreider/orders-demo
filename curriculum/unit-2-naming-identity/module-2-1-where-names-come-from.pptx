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2.1 — Where names come from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 resource attributes, first-match-wins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two services: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well-named — payments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badly-named — :8080, a class path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*Why does one have a clean name and the other doesn't?*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7398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is a chain of span resource attributes.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fallback chain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Latest, service names come from span resource attributes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order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service.name (OpenTelemetry) — used directly if present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k8s.workload.name — used if no service.name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fallbacks — faas.name for Lambda, task family for ECS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detection residue — process-group fingerprinting (ports, paths, class names)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control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1–3 are controllable. Emit the right attribute on spans and Latest picks it up.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OneAgent auto-injects K8s attributes in K8s environments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 instrumentation sets service.name if you do (OTEL_SERVICE_NAME)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is what you see when nothing above fires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raw resource attributes arriving on spans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 span attributes with the resulting dt.service.name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two workloads — one with OTEL_SERVICE_NAME set, one without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should see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K8s Spring Boot, no OTel: service.name empty → falls back to k8s.workload.name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 app with OTEL_SERVICE_NAME=foo: entity named foo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service: ugly detected name (Module 2.3 covers the fix)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the row name to the span attributes from the lab: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service.name → OTel won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K8s workload → K8s fallback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&lt;your-name&gt; (&lt;detected&gt;) → Classic prefix fix active (Module 2.3)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Ugly detected string → fallback to Classic residue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2.2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Metric-first queries.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module-2-1-where-names-come-from.slides</dc:title>
  <dc:subject>PptxGenJS Presentation</dc:subject>
  <dc:creator>Dynatrace</dc:creator>
  <cp:lastModifiedBy>Dynatrace</cp:lastModifiedBy>
  <cp:revision>1</cp:revision>
  <dcterms:created xsi:type="dcterms:W3CDTF">2026-04-18T11:54:21Z</dcterms:created>
  <dcterms:modified xsi:type="dcterms:W3CDTF">2026-04-18T11:54:21Z</dcterms:modified>
</cp:coreProperties>
</file>