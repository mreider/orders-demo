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2.3 — The service.name workaround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Classic-detected services today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have a Classic-detected service named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OrderController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or a Java class path.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can't query it cleanly by 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old naming-rules overlay is deprecated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19125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*What can you do this month to make it queryable and readable?*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claim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`service.name` as a resource attribute on spans.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immediate wins today, one pending: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8229600" cy="914400"/>
        </p:xfrm>
        <a:graphic>
          <a:graphicData uri="http://schemas.openxmlformats.org/drawingml/2006/table">
            <a:tbl>
              <a:tblPr/>
              <a:tblGrid>
                <a:gridCol w="5936105"/>
                <a:gridCol w="229349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Benefit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Today?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service.name as a queryable metric dimension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Prefixed dt.service.name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 (2026-Q1 fix)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service.name on traces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entity display name in Services app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Pending UI update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does NOT do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Classic's entity fragmentation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not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go away.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still get 4 entities per Spring Boot workload under SDv1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workaround fixes *naming* and *queryability*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 not collapse entities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one-entity-per-workload, you need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(SDv2)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set service.name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OTel-native / OTel Java agent: OTEL_SERVICE_NAME=&lt;name&gt;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attributes: OTEL_RESOURCE_ATTRIBUTES=service.name=&lt;name&gt;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OneAgent: respects OTel env vars on container-injected auto-instrumentation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Code-level: configure the OTel SDK Resource — overrides env vars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Classic workloads identical except one env var: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orders-demo — no OTEL_SERVICE_NAME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orders-demo-named — OTEL_SERVICE_NAME=orders-api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queries demonstrate: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on spans (present on named, empty on baseline)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as metric dimension (queryable on named only)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dt.service.name prefixed on named, raw on baseline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counts — still 4 on both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prefix in action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dt.service.name = orders-demo - OrderController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Named: dt.service.name = orders-api (orders-demo - OrderController)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prefix makes fragments legible as belonging to one logical service. Classic detection still fragments; the fix makes it query-friendly.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recommendation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service.name per workload (business name, not ports/paths)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as OTEL_SERVICE_NAME on the container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Re-deploy. Dimension appears within minutes.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DQL against the new dimension (Module 2.2 patterns)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 for the UI to read the prefixed name — the last remaining gap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workload shows prefixed name in service list once UI ships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a dashboard tile by service.name — named workload has a value, unnamed one is empty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That's the query-ergonomics difference, made visible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2.4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coming: pipeline-side naming.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module-2-3-service-name-workaround.slides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