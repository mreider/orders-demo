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2.4 — What's coming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Pipeline-side name control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workaround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2.3's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fix requires touching every workload.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enterprise scale that's friction: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Thousands of workloads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that don't own every deployment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Third-party images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rename = another deploy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direction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Naming moves into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OpenPipeline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server-side processing layer spans already flow through.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admin writes a processing rule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sets dt.service.name on incoming spans before entity and metric extraction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central-control UX as the old Classic naming-rules overlay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Operates on resource attributes; composable with other pipeline processing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it's not here yet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platform prerequisites: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rules need permission to modify dt.* attributes (today read-only)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creation must move after processing so rules can affect the entity graph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Batched topology updates — to avoid storms from tenant-wide renames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committed external timeline. Watch the Dynatrace community for 2026 milestones.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do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service.name workaround (Module 2.3) for Classic services you own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invest new effort in Services Classic naming-rules — being retired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 service.name that will survive both the SDv2 move and the pipeline-naming move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Unit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Endpoints, dependencies, scale.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module-2-4-whats-coming-pipeline-naming.slides</dc:title>
  <dc:subject>PptxGenJS Presentation</dc:subject>
  <dc:creator>Dynatrace</dc:creator>
  <cp:lastModifiedBy>Dynatrace</cp:lastModifiedBy>
  <cp:revision>1</cp:revision>
  <dcterms:created xsi:type="dcterms:W3CDTF">2026-04-18T11:54:21Z</dcterms:created>
  <dcterms:modified xsi:type="dcterms:W3CDTF">2026-04-18T11:54:21Z</dcterms:modified>
</cp:coreProperties>
</file>