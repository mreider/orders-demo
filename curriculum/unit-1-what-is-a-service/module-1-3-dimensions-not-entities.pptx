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MASTER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1.3 — Dimensions, not entities, split the 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828800" y="3017520"/>
            <a:ext cx="5486400" cy="54864"/>
          </a:xfrm>
          <a:prstGeom prst="rect">
            <a:avLst/>
          </a:prstGeom>
          <a:solidFill>
            <a:srgbClr val="00A1E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Per-controller views without per-controller entities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question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You're looking at one service in the Services app.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&gt; *Which of my endpoints is the slowest?*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22960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</a:t>
            </a:r>
            <a:pPr indent="0" marL="0">
              <a:buNone/>
            </a:pPr>
            <a:r>
              <a:rPr lang="en-US" sz="2000" b="1" dirty="0">
                <a:solidFill>
                  <a:srgbClr val="00A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Classic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this answer lived in a *different service* (each controller = its own WEB_SERVICE). In </a:t>
            </a:r>
            <a:pPr indent="0" marL="0">
              <a:buNone/>
            </a:pPr>
            <a:r>
              <a:rPr lang="en-US" sz="2000" b="1" dirty="0">
                <a:solidFill>
                  <a:srgbClr val="00A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Latest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they live on one entity and you split at query time.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shift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split into separate entities under SDv1 becomes a dimension value with SDv2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Group or filter by dimension to get the slice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new is created in the entity graph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Dimensions you'll use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A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endpoint.name — the UI's endpoint concept, from http.route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http.request.method, http.response.status_code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A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Messaging: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messaging.destination.name — per queue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messaging.operation — publish vs process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lab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queries answer the same question three ways: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Classic style — group by dt.entity.service, lookup entity table for names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Latest style — group by endpoint.name on one entity, no lookup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Generalized — swap the metric family and the dimension, same shape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you should see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Classic query: entity-joined, one row per WEB_SERVICE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Latest query: one row per dimension value, no lookup step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answer, shorter DQL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the Dynatrace UI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Latest service detail: split-by selector for endpoint.name, messaging.destination.name, http.response.status_code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Classic service list shows separate entity rows per controller — you click between them instead of picking a dimension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Next: Module 1.4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828800" y="3017520"/>
            <a:ext cx="5486400" cy="54864"/>
          </a:xfrm>
          <a:prstGeom prst="rect">
            <a:avLst/>
          </a:prstGeom>
          <a:solidFill>
            <a:srgbClr val="00A1E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Classic vs Latest, side by side.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module-1-3-dimensions-not-entities.slides</dc:title>
  <dc:subject>PptxGenJS Presentation</dc:subject>
  <dc:creator>Dynatrace</dc:creator>
  <cp:lastModifiedBy>Dynatrace</cp:lastModifiedBy>
  <cp:revision>1</cp:revision>
  <dcterms:created xsi:type="dcterms:W3CDTF">2026-04-18T12:22:58Z</dcterms:created>
  <dcterms:modified xsi:type="dcterms:W3CDTF">2026-04-18T12:22:58Z</dcterms:modified>
</cp:coreProperties>
</file>