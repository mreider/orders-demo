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1.4 — Classic vs Latest, side by side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application, two namespaces, two models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setup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orders-demo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application: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REST controllers (OrderController, InventoryController)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Kafka consumer (OrderEventsListener)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PostgreSQL JDBC client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0181"/>
                <a:gridCol w="530941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Namespace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orders-sdv1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Classic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orders-sdv2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Latest (SDv2 opt-in)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672584"/>
            <a:ext cx="8229600" cy="82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Identical pods, same OneAgent, same image.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differs — the claim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structural differences between the two sides: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count — many vs one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entities — Classic's synthesised DATABASE_SERVICE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totals — identical (it's the same span stream)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shape — lookup vs direct filter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count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(orders-sdv1): 4–5 entities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WEB_REQUEST_SERVICE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per-controller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WEB_SERVICE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MESSAGING_SERVICE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sometimes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DATABASE_SERVICE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7977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(orders-sdv2): 1 entity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3284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one per workload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7705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pods. Same image. Different number of rows in the Services list.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fake entity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DATABASE_SERVICE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named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the Classic side is the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JDBC client dressed up as a service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23744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Postgres service being monitored here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entity exists only because Classic needed somewhere to attach client-side JDBC metrics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removes it — DB calls become a tab on the calling service (Module 3.3)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totals match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traffic hitting the same pods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spans emitted with the same transport dimensions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lines on the chart track each other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changes between the models is the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modelling over the spans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the spans themselves.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shape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timeseries reqs = sum(dt.service.request.count), by: {dt.entity.service}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lookup [fetch dt.entity.service | fields id, entity.name, serviceType],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filter contains(svc.entity.name, "orders-demo")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svc.serviceType == "WEB_REQUEST_SERVICE"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timeseries reqs = sum(dt.service.request.count),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by: {dt.service.name},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matchesValue(dt.service.name, "orders-sdv2 -- orders-demo")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Dynatrace 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Services app by k8s.namespace.name = orders-sdv1 → column of Classic entities including a fake DATABASE_SERVICE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k8s.namespace.name = orders-sdv2 → one row, UNIFIED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UNIFIED entity → Message Processing + DB Queries are tabs, not separate entities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of Unit 1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Unit 2 — Naming and identity.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module-1-4-classic-vs-latest.slides</dc:title>
  <dc:subject>PptxGenJS Presentation</dc:subject>
  <dc:creator>Dynatrace</dc:creator>
  <cp:lastModifiedBy>Dynatrace</cp:lastModifiedBy>
  <cp:revision>1</cp:revision>
  <dcterms:created xsi:type="dcterms:W3CDTF">2026-04-18T11:54:21Z</dcterms:created>
  <dcterms:modified xsi:type="dcterms:W3CDTF">2026-04-18T11:54:21Z</dcterms:modified>
</cp:coreProperties>
</file>