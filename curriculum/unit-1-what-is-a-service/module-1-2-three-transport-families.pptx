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1.2 — The three transport families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service's activity lives in one of three metric families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service from Module 1.1.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*What kind of activity does it do, and in which metric family is it counted?*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families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3477296"/>
                <a:gridCol w="475230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dt.service.request.*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HTTP/gRPC/RMI entry points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dt.service.messaging.process.*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Message consumption (Kafka, SQS, Pub/Sub)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dt.service.faas_invoke.*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Serverless function invocations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3639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service that handles both HTTP and Kafka has activity in two families.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dimensions per family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Requests: endpoint.name, http.route, http.response.status_code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Messaging: messaging.destination.name, messaging.system, messaging.operation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FaaS: faas.trigger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Transactions column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Services app's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column is the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coalesced sum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across all three families.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client calls and outbound HTTP do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get their own family — they attach to the caller and surface via Downstream tabs (Module 3.3).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 the three families for one workload side by side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each by its native dimension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Coalesce to one-number Transactions view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should see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HTTP service: only request.* has counts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Kafka-consuming REST service: request.* + messaging.process.*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Lambda: faas_invoke.* (plus request.* if behind API Gateway)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tab shows Transactions — coalesced total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Processing tab appears only when messaging data exists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 tab appears only when FaaS data exists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Split-by charts Transactions by endpoint.name, messaging.destination.name, or faas.trigger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1.3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Dimensions, not entities, split the view.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module-1-2-three-transport-families.slides</dc:title>
  <dc:subject>PptxGenJS Presentation</dc:subject>
  <dc:creator>Dynatrace</dc:creator>
  <cp:lastModifiedBy>Dynatrace</cp:lastModifiedBy>
  <cp:revision>1</cp:revision>
  <dcterms:created xsi:type="dcterms:W3CDTF">2026-04-18T12:22:58Z</dcterms:created>
  <dcterms:modified xsi:type="dcterms:W3CDTF">2026-04-18T12:22:58Z</dcterms:modified>
</cp:coreProperties>
</file>