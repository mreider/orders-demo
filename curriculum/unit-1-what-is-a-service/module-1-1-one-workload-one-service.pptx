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1.1 — One workload, one service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service entities represent one Kubernetes workload?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open the Services app and pick a Kubernetes-deployed service.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*How many Dynatrace service entities does this one workload produce?*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engineers' gut answer is *one*. That's only true under one of the two detection models.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Dynatrace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Kubernetes workload = one service entity.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Deployment, one SERVICE row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Regardless of how many controllers, listeners, or clients live in the pod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serviceType = UNIFIED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Dynatrace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workload fragments into multiple entities.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Spring Boot app with two REST controllers and a Kafka listener becomes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SERVICE entities: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7977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WEB_REQUEST_SERVICE — workload aggregate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WEB_SERVICE entities — one per controller class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MESSAGING_SERVICE — the Kafka consumer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1513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Health, naming, and alerting are per-entity.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queries on a workload you pick: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— distinct dt.entity.service IDs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— which serviceType did detection produce?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— what does each entity represent?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should see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Latest: 1 row, UNIFIED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Classic: 4–10 rows for non-trivial apps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Mixed: transitioning namespaces carry both for a window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app → filter by your workload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row = Latest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rows = Classic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Classic row has its own health surface, baselines, alerts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1.2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transport families.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module-1-1-one-workload-one-service.slides</dc:title>
  <dc:subject>PptxGenJS Presentation</dc:subject>
  <dc:creator>Dynatrace</dc:creator>
  <cp:lastModifiedBy>Dynatrace</cp:lastModifiedBy>
  <cp:revision>1</cp:revision>
  <dcterms:created xsi:type="dcterms:W3CDTF">2026-04-18T11:54:21Z</dcterms:created>
  <dcterms:modified xsi:type="dcterms:W3CDTF">2026-04-18T11:54:21Z</dcterms:modified>
</cp:coreProperties>
</file>