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 — Lab setup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your tenant ready to run every lab in 3 minutes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Prereqs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Dynatrace SaaS tenant you can log into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Kubernetes workload under monitoring (or orders-demo deployed to any cluster)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dtctl installed: brew install dynatrace-oss/tap/dtctl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token with four scopes: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document:documents:read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document:documents:write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document:environment-shares:read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document:environment-shares:write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the Labs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auth, then apply every notebook in the tree: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13258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dtctl auth login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 in curriculum/**/*.yaml;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dtctl apply -f "$f" --write-id --share-environment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--write-id stamps the notebook ID back so future applies update in place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--share-environment makes the notebook visible tenant-wide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Sanity Check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Notebooks app in your tenant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name Curriculum /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Module 1.1 and run its first query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results come back, you're ready for Unit 1.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1.1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workload, one service.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module-0-lab-setup.slides</dc:title>
  <dc:subject>PptxGenJS Presentation</dc:subject>
  <dc:creator>Dynatrace</dc:creator>
  <cp:lastModifiedBy>Dynatrace</cp:lastModifiedBy>
  <cp:revision>1</cp:revision>
  <dcterms:created xsi:type="dcterms:W3CDTF">2026-04-18T12:22:58Z</dcterms:created>
  <dcterms:modified xsi:type="dcterms:W3CDTF">2026-04-18T12:22:58Z</dcterms:modified>
</cp:coreProperties>
</file>