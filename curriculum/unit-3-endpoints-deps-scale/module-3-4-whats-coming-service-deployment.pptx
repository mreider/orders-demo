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3.4 — What's coming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SERVICE_DEPLOYMENT for per-environment views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remaining Classic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Classic customers split services by environment via splitting rules: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checkout-service (prod)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checkout-service (staging)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checkout-service (pre-prod)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Costs: config ambiguity, broken cross-env traces, duplicated ownership, cardinality explosion.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Latest's default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checkout-service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SERVICE entity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regardless of where it runs.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Per-env views come from dimensional slicing (k8s.namespace.name, deployment.environment, service.version)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for many 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91256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But: "what's the staging error rate, independent of prod?" benefits from treating an environment as something with identity.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direction: SERVICE_DEPLOYMENT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entity type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orthogonal to 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carrying deployment context: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k8s.namespace.name / k8s.cluster.name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deployment.environment (prod/staging/preprod)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service.version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deployment.release_stage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01421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SERVICE has many SERVICE_DEPLOYMENTs, linked by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dt.service.id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gives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service identity for ownership, naming, alerting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Per-deployment slices for env-aware questions (baselines per env, release tracking)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Tags on SERVICE_DEPLOYMENT — "staging" tags the deployment; "team_X" tags the service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Smartscape consistency without fragmenting the upstream SERVICE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Datadog mapping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59037"/>
                <a:gridCol w="717056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Datadog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Dynatrace Latest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dt.service.name + service.name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deployment.environment / k8s.namespace.name on SERVICE_DEPLOYMENT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service.version on SERVICE_DEPLOYMENT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36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coming from Datadog will find this familiar.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extraction must move into OpenPipeline first (see Module 2.4 dependency chain)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exists; problem statement is open and scoped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committed external timeline. Likely post-June 2026.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double down on splitting rules — that mechanism is being retired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namespace/environment as query dimensions on a single entity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at the right level: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Service-level tags (team, cost center) → stay on SERVICE - Deployment-level tags (env, version) → expect to migrate to SERVICE_DEPLOYMENT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of curriculum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Thanks. Go back to your tenant and build.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module-3-4-whats-coming-service-deployment.slides</dc:title>
  <dc:subject>PptxGenJS Presentation</dc:subject>
  <dc:creator>Dynatrace</dc:creator>
  <cp:lastModifiedBy>Dynatrace</cp:lastModifiedBy>
  <cp:revision>1</cp:revision>
  <dcterms:created xsi:type="dcterms:W3CDTF">2026-04-18T12:22:59Z</dcterms:created>
  <dcterms:modified xsi:type="dcterms:W3CDTF">2026-04-18T12:22:59Z</dcterms:modified>
</cp:coreProperties>
</file>