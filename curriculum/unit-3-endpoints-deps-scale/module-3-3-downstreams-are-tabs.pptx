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_MASTER">
    <p:bg>
      <p:bgPr>
        <a:solidFill>
          <a:srgbClr val="0A0A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0"/>
            <a:ext cx="82296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Module 3.3 — Downstreams are tabs, not entities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1828800" y="3017520"/>
            <a:ext cx="5486400" cy="54864"/>
          </a:xfrm>
          <a:prstGeom prst="rect">
            <a:avLst/>
          </a:prstGeom>
          <a:solidFill>
            <a:srgbClr val="00A1E0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329184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0A1E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DB, queue, and third-party calls moved to the caller's view</a:t>
            </a:r>
            <a:endParaRPr lang="en-US" sz="2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question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4114800" cy="54864"/>
          </a:xfrm>
          <a:prstGeom prst="rect">
            <a:avLst/>
          </a:prstGeom>
          <a:solidFill>
            <a:srgbClr val="00A1E0"/>
          </a:solidFill>
          <a:ln w="12700">
            <a:solidFill>
              <a:srgbClr val="00A1E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0" y="1188720"/>
            <a:ext cx="4114800" cy="54864"/>
          </a:xfrm>
          <a:prstGeom prst="rect">
            <a:avLst/>
          </a:prstGeom>
          <a:solidFill>
            <a:srgbClr val="B455B6"/>
          </a:solidFill>
          <a:ln w="12700">
            <a:solidFill>
              <a:srgbClr val="B455B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1463040"/>
            <a:ext cx="8229600" cy="5852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Your service calls Postgres. In Classic, Postgres showed up as a </a:t>
            </a:r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DATABASE_SERVICE</a:t>
            </a:r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entity: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457200" y="2231136"/>
            <a:ext cx="8229600" cy="1234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22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Its own row in the Services list</a:t>
            </a:r>
            <a:endParaRPr lang="en-US" sz="220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22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Its own failure rate, baselines</a:t>
            </a:r>
            <a:endParaRPr lang="en-US" sz="220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22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"Is the DB slow?" = click into the DATABASE_SERVICE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3602736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 Latest, that row often doesn't exist.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457200" y="4151376"/>
            <a:ext cx="8229600" cy="5852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&gt; *Where do DB calls live, and why did the model change?*</a:t>
            </a:r>
            <a:endParaRPr lang="en-US" sz="2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claim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4114800" cy="54864"/>
          </a:xfrm>
          <a:prstGeom prst="rect">
            <a:avLst/>
          </a:prstGeom>
          <a:solidFill>
            <a:srgbClr val="00A1E0"/>
          </a:solidFill>
          <a:ln w="12700">
            <a:solidFill>
              <a:srgbClr val="00A1E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0" y="1188720"/>
            <a:ext cx="4114800" cy="54864"/>
          </a:xfrm>
          <a:prstGeom prst="rect">
            <a:avLst/>
          </a:prstGeom>
          <a:solidFill>
            <a:srgbClr val="B455B6"/>
          </a:solidFill>
          <a:ln w="12700">
            <a:solidFill>
              <a:srgbClr val="B455B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1463040"/>
            <a:ext cx="8229600" cy="5852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Downstream dependencies are </a:t>
            </a:r>
            <a:pPr indent="0" marL="0">
              <a:buNone/>
            </a:pPr>
            <a:r>
              <a:rPr lang="en-US" sz="2000" b="1" dirty="0">
                <a:solidFill>
                  <a:srgbClr val="00A1E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tabs on the calling service</a:t>
            </a:r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:</a:t>
            </a:r>
            <a:endParaRPr lang="en-US" sz="20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231136"/>
          <a:ext cx="8229600" cy="914400"/>
        </p:xfrm>
        <a:graphic>
          <a:graphicData uri="http://schemas.openxmlformats.org/drawingml/2006/table">
            <a:tbl>
              <a:tblPr/>
              <a:tblGrid>
                <a:gridCol w="2178424"/>
                <a:gridCol w="6051176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Tab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2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A1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Metric family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2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A1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DB Queries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A1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dt.service.database.query.*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A1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Message Processing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A1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dt.service.messaging.process.* (consume + publish)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A1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Outbound Calls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A1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dt.service.thirdparty.* + client spans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A14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457200" y="3904488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Data didn't disappear — it relocated.</a:t>
            </a:r>
            <a:endParaRPr lang="en-US" sz="2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 more fake entities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4114800" cy="54864"/>
          </a:xfrm>
          <a:prstGeom prst="rect">
            <a:avLst/>
          </a:prstGeom>
          <a:solidFill>
            <a:srgbClr val="00A1E0"/>
          </a:solidFill>
          <a:ln w="12700">
            <a:solidFill>
              <a:srgbClr val="00A1E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0" y="1188720"/>
            <a:ext cx="4114800" cy="54864"/>
          </a:xfrm>
          <a:prstGeom prst="rect">
            <a:avLst/>
          </a:prstGeom>
          <a:solidFill>
            <a:srgbClr val="B455B6"/>
          </a:solidFill>
          <a:ln w="12700">
            <a:solidFill>
              <a:srgbClr val="B455B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1463040"/>
            <a:ext cx="8229600" cy="5852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 Classic, </a:t>
            </a:r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postgres:orders-db</a:t>
            </a:r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</a:t>
            </a:r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DATABASE_SERVICE</a:t>
            </a:r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existed not because Postgres was being monitored.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457200" y="2231136"/>
            <a:ext cx="8229600" cy="1234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22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It existed because Dynatrace needed somewhere to attach client-side JDBC metrics</a:t>
            </a:r>
            <a:endParaRPr lang="en-US" sz="220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22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entity was always a fiction</a:t>
            </a:r>
            <a:endParaRPr lang="en-US" sz="220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22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Latest removes it</a:t>
            </a:r>
            <a:endParaRPr lang="en-US" sz="2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benefits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4114800" cy="54864"/>
          </a:xfrm>
          <a:prstGeom prst="rect">
            <a:avLst/>
          </a:prstGeom>
          <a:solidFill>
            <a:srgbClr val="00A1E0"/>
          </a:solidFill>
          <a:ln w="12700">
            <a:solidFill>
              <a:srgbClr val="00A1E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0" y="1188720"/>
            <a:ext cx="4114800" cy="54864"/>
          </a:xfrm>
          <a:prstGeom prst="rect">
            <a:avLst/>
          </a:prstGeom>
          <a:solidFill>
            <a:srgbClr val="B455B6"/>
          </a:solidFill>
          <a:ln w="12700">
            <a:solidFill>
              <a:srgbClr val="B455B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1463040"/>
            <a:ext cx="8229600" cy="1234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22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Trace-based RCA — follow the trace from HTTP handler into JDBC span, not across entity graphs</a:t>
            </a:r>
            <a:endParaRPr lang="en-US" sz="220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22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Clearer ownership — the team that owns the service owns its DB-client side</a:t>
            </a:r>
            <a:endParaRPr lang="en-US" sz="220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22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Simpler topology — fewer rows to navigate</a:t>
            </a:r>
            <a:endParaRPr lang="en-US" sz="2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Customer concerns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4114800" cy="54864"/>
          </a:xfrm>
          <a:prstGeom prst="rect">
            <a:avLst/>
          </a:prstGeom>
          <a:solidFill>
            <a:srgbClr val="00A1E0"/>
          </a:solidFill>
          <a:ln w="12700">
            <a:solidFill>
              <a:srgbClr val="00A1E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0" y="1188720"/>
            <a:ext cx="4114800" cy="54864"/>
          </a:xfrm>
          <a:prstGeom prst="rect">
            <a:avLst/>
          </a:prstGeom>
          <a:solidFill>
            <a:srgbClr val="B455B6"/>
          </a:solidFill>
          <a:ln w="12700">
            <a:solidFill>
              <a:srgbClr val="B455B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14630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Two things customers mistake for bugs: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457200" y="2011680"/>
            <a:ext cx="82296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22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"Where are my queue listeners?" — Each Classic MESSAGING_SERVICE is now a Message Processing tab on the caller</a:t>
            </a:r>
            <a:endParaRPr lang="en-US" sz="220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22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"My external service entity is gone." — Third-party HTTP now lives in Outbound Calls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718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They aren't gone. They're tabbed.</a:t>
            </a:r>
            <a:endParaRPr lang="en-US" sz="2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lab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4114800" cy="54864"/>
          </a:xfrm>
          <a:prstGeom prst="rect">
            <a:avLst/>
          </a:prstGeom>
          <a:solidFill>
            <a:srgbClr val="00A1E0"/>
          </a:solidFill>
          <a:ln w="12700">
            <a:solidFill>
              <a:srgbClr val="00A1E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0" y="1188720"/>
            <a:ext cx="4114800" cy="54864"/>
          </a:xfrm>
          <a:prstGeom prst="rect">
            <a:avLst/>
          </a:prstGeom>
          <a:solidFill>
            <a:srgbClr val="B455B6"/>
          </a:solidFill>
          <a:ln w="12700">
            <a:solidFill>
              <a:srgbClr val="B455B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14630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Three queries on the data behind each tab: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457200" y="2011680"/>
            <a:ext cx="8229600" cy="1234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22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Database queries from a service (dt.service.database.query.*)</a:t>
            </a:r>
            <a:endParaRPr lang="en-US" sz="220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22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Messaging by destination, system, operation (publish + process)</a:t>
            </a:r>
            <a:endParaRPr lang="en-US" sz="220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22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Outbound HTTP via span.kind == "client"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3383280"/>
            <a:ext cx="8229600" cy="5852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Same DQL shape: filter to caller, group by downstream dimension.</a:t>
            </a:r>
            <a:endParaRPr lang="en-US" sz="2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 the Dynatrace UI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4114800" cy="54864"/>
          </a:xfrm>
          <a:prstGeom prst="rect">
            <a:avLst/>
          </a:prstGeom>
          <a:solidFill>
            <a:srgbClr val="00A1E0"/>
          </a:solidFill>
          <a:ln w="12700">
            <a:solidFill>
              <a:srgbClr val="00A1E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0" y="1188720"/>
            <a:ext cx="4114800" cy="54864"/>
          </a:xfrm>
          <a:prstGeom prst="rect">
            <a:avLst/>
          </a:prstGeom>
          <a:solidFill>
            <a:srgbClr val="B455B6"/>
          </a:solidFill>
          <a:ln w="12700">
            <a:solidFill>
              <a:srgbClr val="B455B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14630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Service detail page → tab strip: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457200" y="2011680"/>
            <a:ext cx="8229600" cy="1234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22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DB Queries — rows by (database-system, operation)</a:t>
            </a:r>
            <a:endParaRPr lang="en-US" sz="220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22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Message Processing — rows by (destination, system, operation)</a:t>
            </a:r>
            <a:endParaRPr lang="en-US" sz="220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22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Outbound Calls — rows by external host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3383280"/>
            <a:ext cx="8229600" cy="5852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Each tab is a facet of this service. No separate rows in the Services list.</a:t>
            </a:r>
            <a:endParaRPr lang="en-US" sz="2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0"/>
            <a:ext cx="8229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Next: Module 3.4</a:t>
            </a:r>
            <a:endParaRPr lang="en-US" sz="4000" dirty="0"/>
          </a:p>
        </p:txBody>
      </p:sp>
      <p:sp>
        <p:nvSpPr>
          <p:cNvPr id="3" name="Shape 1"/>
          <p:cNvSpPr/>
          <p:nvPr/>
        </p:nvSpPr>
        <p:spPr>
          <a:xfrm>
            <a:off x="1828800" y="3017520"/>
            <a:ext cx="5486400" cy="54864"/>
          </a:xfrm>
          <a:prstGeom prst="rect">
            <a:avLst/>
          </a:prstGeom>
          <a:solidFill>
            <a:srgbClr val="00A1E0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329184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0A1E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What's coming: SERVICE_DEPLOYMENT.</a:t>
            </a:r>
            <a:endParaRPr lang="en-US" sz="2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module-3-3-downstreams-are-tabs.slides</dc:title>
  <dc:subject>PptxGenJS Presentation</dc:subject>
  <dc:creator>Dynatrace</dc:creator>
  <cp:lastModifiedBy>Dynatrace</cp:lastModifiedBy>
  <cp:revision>1</cp:revision>
  <dcterms:created xsi:type="dcterms:W3CDTF">2026-04-18T11:54:22Z</dcterms:created>
  <dcterms:modified xsi:type="dcterms:W3CDTF">2026-04-18T11:54:22Z</dcterms:modified>
</cp:coreProperties>
</file>