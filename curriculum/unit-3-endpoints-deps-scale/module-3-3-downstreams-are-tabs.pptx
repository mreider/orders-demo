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3.3 — Downstreams are tabs, not entities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DB, queue, and third-party calls moved to the caller's view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question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service calls Postgres. Under SDv1, Postgres showed up as a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DATABASE_SERVICE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entity: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own row in the Services list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own failure rate, baselines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"Is the DB slow?" = click into the DATABASE_SERVICE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60273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SDv2, that row often doesn't exist.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1513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*Where do DB calls live, and why did the model change?*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claim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Downstream dependencies are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 on the calling service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31136"/>
          <a:ext cx="8229600" cy="914400"/>
        </p:xfrm>
        <a:graphic>
          <a:graphicData uri="http://schemas.openxmlformats.org/drawingml/2006/table">
            <a:tbl>
              <a:tblPr/>
              <a:tblGrid>
                <a:gridCol w="2178424"/>
                <a:gridCol w="605117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Metric family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DB Queries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dt.service.database.query.*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Message Processing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dt.service.messaging.process.* (consume + publish)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Outbound Calls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dt.service.thirdparty.* + client spans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904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didn't disappear — it relocated.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more fake entities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SDv1,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postgres:orders-db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DATABASE_SERVICE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existed not because Postgres was being monitored.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existed because Dynatrace needed somewhere to attach client-side JDBC metrics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entity was always a fiction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Latest removes it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benefits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Trace-based RCA — follow the trace from HTTP handler into JDBC span, not across entity graphs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Clearer ownership — the team that owns the service owns its DB-client side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Simpler topology — fewer rows to navigate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concerns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things customers mistake for bugs: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"Where are my queue listeners?" — Each Classic MESSAGING_SERVICE is now a Message Processing tab on the caller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"My external service entity is gone." — Third-party HTTP now lives in Outbound Calls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aren't gone. They're tabbed.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queries on the data behind each tab: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queries from a service (dt.service.database.query.*)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Messaging by destination, system, operation (publish + process)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Outbound HTTP via span.kind == "client"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DQL shape: filter to caller, group by downstream dimension.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Dynatrace UI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detail page → tab strip: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Queries — rows by (database-system, operation)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Processing — rows by (destination, system, operation)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Outbound Calls — rows by external host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tab is a facet of this service. No separate rows in the Services list.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Module 3.4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coming: SERVICE_DEPLOYMENT.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module-3-3-downstreams-are-tabs.slides</dc:title>
  <dc:subject>PptxGenJS Presentation</dc:subject>
  <dc:creator>Dynatrace</dc:creator>
  <cp:lastModifiedBy>Dynatrace</cp:lastModifiedBy>
  <cp:revision>1</cp:revision>
  <dcterms:created xsi:type="dcterms:W3CDTF">2026-04-18T12:22:59Z</dcterms:created>
  <dcterms:modified xsi:type="dcterms:W3CDTF">2026-04-18T12:22:59Z</dcterms:modified>
</cp:coreProperties>
</file>