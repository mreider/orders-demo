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3.1 — Every endpoint is baselined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requests are gone. Stop configuring them.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SDv1, you picked a handful of endpoints per service and marked them </a:t>
            </a:r>
            <a:pPr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requests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Those got individual baselines, alerts, and prominent UI placement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else rolled up into NON_KEY_REQUESTS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19125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*What happens with SDv2 when you don't configure key requests?*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claim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endpoint gets what used to be reserved for key requests: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baselines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latency percentiles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failure rates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configuration required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014216"/>
            <a:ext cx="822960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dimensions that define an endpoint (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endpoint.name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http.route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messaging.destination.name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are the same dimensions the baselining system reads from.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customers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Classic key-request configs are preserved during transition: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key requests → named endpoints under Latest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endpoints → auto-named instead of NON_KEY_REQUESTS bucket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don't lose what you worked to configure; you gain insight into what you didn't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queries on a service you choose: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 inventory — full surface area with throughput, latency, failures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Per-endpoint latency percentiles — p50/p95/p99 over 24 hours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should see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service that had a handful of Classic key requests now has dozens of endpoints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Low-throughput rows at the bottom: admin paths, health probes, rare routes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has live baselines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be alarmed by high counts — that's visibility you didn't have before.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Dynatrace UI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detail → Endpoints section has one row per endpoint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Throughput, latency, failure-rate columns — each backed by a live baseline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throughput ascending to see the long tail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key requests appear alongside auto-named endpoints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Module 3.2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http.route is missing.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module-3-1-every-endpoint-baselined.slides</dc:title>
  <dc:subject>PptxGenJS Presentation</dc:subject>
  <dc:creator>Dynatrace</dc:creator>
  <cp:lastModifiedBy>Dynatrace</cp:lastModifiedBy>
  <cp:revision>1</cp:revision>
  <dcterms:created xsi:type="dcterms:W3CDTF">2026-04-18T12:22:58Z</dcterms:created>
  <dcterms:modified xsi:type="dcterms:W3CDTF">2026-04-18T12:22:58Z</dcterms:modified>
</cp:coreProperties>
</file>