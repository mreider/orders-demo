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MASTER">
    <p:bg>
      <p:bgPr>
        <a:solidFill>
          <a:srgbClr val="0A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3.2 — When http.route is missing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**</a:t>
            </a:r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/*</a:t>
            </a:r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isn't a bug. It's a missing attribute.**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question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open a service. Its endpoint list shows: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640080"/>
          </a:xfrm>
          <a:prstGeom prst="rect">
            <a:avLst/>
          </a:prstGeom>
          <a:solidFill>
            <a:srgbClr val="1A1A2E"/>
          </a:solidFill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/*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/*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endpoints total for a service you know has dozens of routes. Throughput is right. Endpoints are wrong.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457200" y="35570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*Why, and what do you do?*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claim — root cause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/*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the fallback name when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http.route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isn't set on server spans.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231136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web frameworks — Nginx, Kong, Apache, IIS, WebSphere Liberty — don't emit http.route as an OTel attribute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80% of enterprise HTTP workloads are affected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it, endpoint detection has nothing to use as a name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fixes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 pattern matching (Settings → Service detection → URL path pattern matching)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You define patterns per service - Works, requires per-service config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779776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naming rules (Classic-only)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457200" y="33284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 Deprecated, still functional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Shipping in 2026: automatic URL normalization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46304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46304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737360"/>
            <a:ext cx="8229600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http.route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is missing, Dynatrace derives a stable route by truncating paths at the first volatile segment.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798064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Four heuristic rules per path segment: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346704"/>
            <a:ext cx="8229600" cy="1408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than one digit → truncate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 code → truncate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Mixed-case token (base64url) → truncate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All-uppercase segment → truncate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Examples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4192438"/>
                <a:gridCol w="403716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URL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Endpoint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/api/orders/12345/items/abc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/api/orders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/users/5f2b9a3c/profile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GET /users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/v1/payments/validate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POST /v1/payments/validate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0A0A1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2A3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0A1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36392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derived route is written to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http.route</a:t>
            </a:r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with a marker distinguishing framework-provided from derived.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 status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Classic services: behind a feature flag, per-tenant via Dynatrace outreach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Latest services: opt-in checkbox in endpoints config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Becomes default once field validation completes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82296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detection rules, metric extractions, and naming rules continue working unchanged.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tenant-wide services where METHOD /* dominates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whether http.route is populated on their server spans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Apply URL pattern matching and re-query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the Dynatrace UI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114800" cy="54864"/>
          </a:xfrm>
          <a:prstGeom prst="rect">
            <a:avLst/>
          </a:prstGeom>
          <a:solidFill>
            <a:srgbClr val="00A1E0"/>
          </a:solidFill>
          <a:ln w="12700">
            <a:solidFill>
              <a:srgbClr val="00A1E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0" y="1188720"/>
            <a:ext cx="4114800" cy="54864"/>
          </a:xfrm>
          <a:prstGeom prst="rect">
            <a:avLst/>
          </a:prstGeom>
          <a:solidFill>
            <a:srgbClr val="B455B6"/>
          </a:solidFill>
          <a:ln w="12700">
            <a:solidFill>
              <a:srgbClr val="B455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4630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Endpoints section: GET /* rows identify affected endpoints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Settings → Service detection → URL path pattern matching → add rule → wait 2–3 minutes → reload</a:t>
            </a:r>
            <a:endParaRPr lang="en-US" sz="22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2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normalization is enabled: inspect server span attributes; marker distinguishes framework vs heuristic origin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Next: Module 3.3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1828800" y="3017520"/>
            <a:ext cx="5486400" cy="54864"/>
          </a:xfrm>
          <a:prstGeom prst="rect">
            <a:avLst/>
          </a:prstGeom>
          <a:solidFill>
            <a:srgbClr val="00A1E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A1E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Downstreams are tabs, not entities.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module-3-2-when-http-route-missing.slides</dc:title>
  <dc:subject>PptxGenJS Presentation</dc:subject>
  <dc:creator>Dynatrace</dc:creator>
  <cp:lastModifiedBy>Dynatrace</cp:lastModifiedBy>
  <cp:revision>1</cp:revision>
  <dcterms:created xsi:type="dcterms:W3CDTF">2026-04-18T12:22:59Z</dcterms:created>
  <dcterms:modified xsi:type="dcterms:W3CDTF">2026-04-18T12:22:59Z</dcterms:modified>
</cp:coreProperties>
</file>