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 3.2 — When http.route is missing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**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/*</a:t>
            </a:r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isn't a bug. It's a missing attribute.**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question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open a service. Its endpoint list shows: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solidFill>
            <a:srgbClr val="1A1A2E"/>
          </a:solidFill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/*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8892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endpoints total for a service you know has dozens of routes. Throughput is right. Endpoints are wrong.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35570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&gt; *Why, and what do you do?*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claim — root cause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/*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fallback name when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http.route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isn't set on server spans.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231136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Many web frameworks — Nginx, Kong, Apache, IIS, WebSphere Liberty — don't emit http.route as an OTel attribute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80% of enterprise HTTP workloads are affected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it, endpoint detection has nothing to use as a name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fixes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pattern matching (Settings → Service detection → URL path pattern matching)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You define patterns per service - Works, requires per-service config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79776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 naming rules (Classic-only)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332841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Deprecated, still functional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Shipping in 2026: automatic URL normalization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46304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46304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37360"/>
            <a:ext cx="822960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http.route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missing, Dynatrace derives a stable route by truncating paths at the first volatile segment.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79806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heuristic rules per path segment: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346704"/>
            <a:ext cx="8229600" cy="1408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More than one digit → truncate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Hex code → truncate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Mixed-case token (base64url) → truncate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All-uppercase segment → truncate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Examples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4192438"/>
                <a:gridCol w="403716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Endpoint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/api/orders/12345/items/abc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/api/orders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/users/5f2b9a3c/profile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GET /users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/v1/payments/validate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 /v1/payments/validate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0A0A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1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136392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derived route is written to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http.route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a marker distinguishing framework-provided from derived.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Rollout status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Classic services: behind a feature flag, per-tenant via Dynatrace outreach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 services: opt-in checkbox in endpoints config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Becomes default once field validation completes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detection rules, metric extractions, and naming rules continue working unchanged.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lab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tenant-wide services where METHOD /* dominates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 whether http.route is populated on their server spans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Apply URL pattern matching and re-query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the Dynatrace UI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54864"/>
          </a:xfrm>
          <a:prstGeom prst="rect">
            <a:avLst/>
          </a:prstGeom>
          <a:solidFill>
            <a:srgbClr val="00A1E0"/>
          </a:solidFill>
          <a:ln w="12700">
            <a:solidFill>
              <a:srgbClr val="00A1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1188720"/>
            <a:ext cx="4114800" cy="54864"/>
          </a:xfrm>
          <a:prstGeom prst="rect">
            <a:avLst/>
          </a:prstGeom>
          <a:solidFill>
            <a:srgbClr val="B455B6"/>
          </a:solidFill>
          <a:ln w="12700">
            <a:solidFill>
              <a:srgbClr val="B455B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463040"/>
            <a:ext cx="82296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Endpoints section: GET /* rows identify affected endpoints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Settings → Service detection → URL path pattern matching → add rule → wait 2–3 minutes → reload</a:t>
            </a:r>
            <a:endParaRPr lang="en-US" sz="2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normalization is enabled: inspect server span attributes; marker distinguishes framework vs heuristic origin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Next: Module 3.3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828800" y="3017520"/>
            <a:ext cx="5486400" cy="54864"/>
          </a:xfrm>
          <a:prstGeom prst="rect">
            <a:avLst/>
          </a:prstGeom>
          <a:solidFill>
            <a:srgbClr val="00A1E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A1E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Downstreams are tabs, not entities.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module-3-2-when-http-route-missing.slides</dc:title>
  <dc:subject>PptxGenJS Presentation</dc:subject>
  <dc:creator>Dynatrace</dc:creator>
  <cp:lastModifiedBy>Dynatrace</cp:lastModifiedBy>
  <cp:revision>1</cp:revision>
  <dcterms:created xsi:type="dcterms:W3CDTF">2026-04-18T11:54:21Z</dcterms:created>
  <dcterms:modified xsi:type="dcterms:W3CDTF">2026-04-18T11:54:21Z</dcterms:modified>
</cp:coreProperties>
</file>